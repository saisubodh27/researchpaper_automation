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ernier Shade" panose="020B0604020202020204" charset="0"/>
      <p:regular r:id="rId9"/>
    </p:embeddedFont>
    <p:embeddedFont>
      <p:font typeface="Futura" panose="020B0604020202020204" charset="0"/>
      <p:regular r:id="rId10"/>
    </p:embeddedFont>
    <p:embeddedFont>
      <p:font typeface="Futura Display" panose="020B0604020202020204" charset="0"/>
      <p:regular r:id="rId11"/>
    </p:embeddedFont>
    <p:embeddedFont>
      <p:font typeface="Trend Sans Fou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Title &amp; Team Details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39243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Problem Statement &amp; Context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37719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Impact &amp; Need Analysis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699" y="1899285"/>
            <a:ext cx="4575435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Proposed Solution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43053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Technical Approach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40767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Implementation Plan (24-Hour Scope)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40005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-5092" t="-20061" b="-200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04135" y="3780909"/>
            <a:ext cx="7079730" cy="2725183"/>
            <a:chOff x="0" y="0"/>
            <a:chExt cx="9439640" cy="3633577"/>
          </a:xfrm>
        </p:grpSpPr>
        <p:sp>
          <p:nvSpPr>
            <p:cNvPr id="4" name="Freeform 4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245777"/>
              <a:ext cx="1880415" cy="3387800"/>
            </a:xfrm>
            <a:custGeom>
              <a:avLst/>
              <a:gdLst/>
              <a:ahLst/>
              <a:cxnLst/>
              <a:rect l="l" t="t" r="r" b="b"/>
              <a:pathLst>
                <a:path w="1880415" h="3387800">
                  <a:moveTo>
                    <a:pt x="0" y="0"/>
                  </a:moveTo>
                  <a:lnTo>
                    <a:pt x="1880415" y="0"/>
                  </a:lnTo>
                  <a:lnTo>
                    <a:pt x="1880415" y="3387800"/>
                  </a:lnTo>
                  <a:lnTo>
                    <a:pt x="0" y="33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280" t="-22409" r="-19190" b="-1460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923926" y="76608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470652" y="348158"/>
              <a:ext cx="1299298" cy="2175433"/>
            </a:xfrm>
            <a:custGeom>
              <a:avLst/>
              <a:gdLst/>
              <a:ahLst/>
              <a:cxnLst/>
              <a:rect l="l" t="t" r="r" b="b"/>
              <a:pathLst>
                <a:path w="1299298" h="2175433">
                  <a:moveTo>
                    <a:pt x="0" y="0"/>
                  </a:moveTo>
                  <a:lnTo>
                    <a:pt x="1299298" y="0"/>
                  </a:lnTo>
                  <a:lnTo>
                    <a:pt x="1299298" y="2175433"/>
                  </a:lnTo>
                  <a:lnTo>
                    <a:pt x="0" y="217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14214" t="-18342" r="-14298" b="-184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813462" y="695877"/>
              <a:ext cx="1118218" cy="1868185"/>
            </a:xfrm>
            <a:custGeom>
              <a:avLst/>
              <a:gdLst/>
              <a:ahLst/>
              <a:cxnLst/>
              <a:rect l="l" t="t" r="r" b="b"/>
              <a:pathLst>
                <a:path w="1118218" h="1868185">
                  <a:moveTo>
                    <a:pt x="0" y="0"/>
                  </a:moveTo>
                  <a:lnTo>
                    <a:pt x="1118218" y="0"/>
                  </a:lnTo>
                  <a:lnTo>
                    <a:pt x="1118218" y="1868185"/>
                  </a:lnTo>
                  <a:lnTo>
                    <a:pt x="0" y="1868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10084" t="-13194" r="-7212" b="-1196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975191" y="646332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7324325" y="348158"/>
              <a:ext cx="1289291" cy="2172063"/>
            </a:xfrm>
            <a:custGeom>
              <a:avLst/>
              <a:gdLst/>
              <a:ahLst/>
              <a:cxnLst/>
              <a:rect l="l" t="t" r="r" b="b"/>
              <a:pathLst>
                <a:path w="1289291" h="2172063">
                  <a:moveTo>
                    <a:pt x="0" y="0"/>
                  </a:moveTo>
                  <a:lnTo>
                    <a:pt x="1289291" y="0"/>
                  </a:lnTo>
                  <a:lnTo>
                    <a:pt x="1289291" y="2172063"/>
                  </a:lnTo>
                  <a:lnTo>
                    <a:pt x="0" y="217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2924" t="-16641" r="-12800" b="-1639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975191" y="646230"/>
              <a:ext cx="1262111" cy="1967377"/>
            </a:xfrm>
            <a:custGeom>
              <a:avLst/>
              <a:gdLst/>
              <a:ahLst/>
              <a:cxnLst/>
              <a:rect l="l" t="t" r="r" b="b"/>
              <a:pathLst>
                <a:path w="1262111" h="1967377">
                  <a:moveTo>
                    <a:pt x="0" y="0"/>
                  </a:moveTo>
                  <a:lnTo>
                    <a:pt x="1262111" y="0"/>
                  </a:lnTo>
                  <a:lnTo>
                    <a:pt x="1262111" y="1967377"/>
                  </a:lnTo>
                  <a:lnTo>
                    <a:pt x="0" y="1967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 l="-6708" t="-14265" r="-5708" b="-1429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923926" y="769458"/>
              <a:ext cx="1459703" cy="1754133"/>
            </a:xfrm>
            <a:custGeom>
              <a:avLst/>
              <a:gdLst/>
              <a:ahLst/>
              <a:cxnLst/>
              <a:rect l="l" t="t" r="r" b="b"/>
              <a:pathLst>
                <a:path w="1459703" h="1754133">
                  <a:moveTo>
                    <a:pt x="0" y="0"/>
                  </a:moveTo>
                  <a:lnTo>
                    <a:pt x="1459703" y="0"/>
                  </a:lnTo>
                  <a:lnTo>
                    <a:pt x="1459703" y="1754133"/>
                  </a:lnTo>
                  <a:lnTo>
                    <a:pt x="0" y="17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6745" t="-34894" r="-7384" b="-34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8613616" y="-95250"/>
              <a:ext cx="826024" cy="10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17"/>
                </a:lnSpc>
                <a:spcBef>
                  <a:spcPct val="0"/>
                </a:spcBef>
              </a:pPr>
              <a:r>
                <a:rPr lang="en-US" sz="4512">
                  <a:solidFill>
                    <a:srgbClr val="000000">
                      <a:alpha val="49804"/>
                    </a:srgbClr>
                  </a:solidFill>
                  <a:latin typeface="Bernier Shade"/>
                  <a:ea typeface="Bernier Shade"/>
                  <a:cs typeface="Bernier Shade"/>
                  <a:sym typeface="Bernier Shade"/>
                </a:rPr>
                <a:t>‘26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68356" y="2629605"/>
              <a:ext cx="2758741" cy="38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9"/>
                </a:lnSpc>
                <a:spcBef>
                  <a:spcPct val="0"/>
                </a:spcBef>
              </a:pPr>
              <a:r>
                <a:rPr lang="en-US" sz="1707" spc="-42">
                  <a:solidFill>
                    <a:srgbClr val="000000">
                      <a:alpha val="37255"/>
                    </a:srgbClr>
                  </a:solidFill>
                  <a:latin typeface="Trend Sans Four"/>
                  <a:ea typeface="Trend Sans Four"/>
                  <a:cs typeface="Trend Sans Four"/>
                  <a:sym typeface="Trend Sans Four"/>
                </a:rPr>
                <a:t>9-10 APRIL 2026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8782" y="2842051"/>
              <a:ext cx="3789574" cy="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 flipV="1">
              <a:off x="7654197" y="2828501"/>
              <a:ext cx="951883" cy="5420"/>
            </a:xfrm>
            <a:prstGeom prst="line">
              <a:avLst/>
            </a:prstGeom>
            <a:ln w="22476" cap="flat">
              <a:solidFill>
                <a:srgbClr val="000000">
                  <a:alpha val="37255"/>
                </a:srgb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8700" y="895350"/>
            <a:ext cx="172593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System Design, Innovation &amp; Impact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99285"/>
            <a:ext cx="4000500" cy="516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Your paragraph text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618774" y="393317"/>
            <a:ext cx="1281052" cy="1270766"/>
          </a:xfrm>
          <a:custGeom>
            <a:avLst/>
            <a:gdLst/>
            <a:ahLst/>
            <a:cxnLst/>
            <a:rect l="l" t="t" r="r" b="b"/>
            <a:pathLst>
              <a:path w="1281052" h="1270766">
                <a:moveTo>
                  <a:pt x="0" y="0"/>
                </a:moveTo>
                <a:lnTo>
                  <a:pt x="1281052" y="0"/>
                </a:lnTo>
                <a:lnTo>
                  <a:pt x="1281052" y="1270766"/>
                </a:lnTo>
                <a:lnTo>
                  <a:pt x="0" y="127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54" t="-11547" r="-10651" b="-1154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Custom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Trend Sans Four</vt:lpstr>
      <vt:lpstr>Futura Display</vt:lpstr>
      <vt:lpstr>Futura</vt:lpstr>
      <vt:lpstr>Bernier Shade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&amp; TEAM DETAILS</dc:title>
  <cp:lastModifiedBy>Susrutha Aditya Sarma Bondalapati</cp:lastModifiedBy>
  <cp:revision>2</cp:revision>
  <dcterms:created xsi:type="dcterms:W3CDTF">2006-08-16T00:00:00Z</dcterms:created>
  <dcterms:modified xsi:type="dcterms:W3CDTF">2026-03-21T19:48:16Z</dcterms:modified>
  <dc:identifier>DAHEm6t3jG8</dc:identifier>
</cp:coreProperties>
</file>